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78" r:id="rId3"/>
    <p:sldId id="28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6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98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A58A8C-BE54-98C4-C25E-C24F7FBC0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C9B817-8A2B-AAD5-E44B-0B0A97964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D55F-18D5-5495-9451-2D99F6ED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DDBE4A-F5C6-2480-D586-CBE9AD56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C0243C-A2F7-2A90-C96A-BF57A4D6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72419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8BA59A-D433-70B7-2424-3C9A16529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122E89-F83E-55E7-5D3D-F56DDADAA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53115-1927-89F9-061E-5BECA87B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5A8A0F-595E-AB18-B58D-5E71634D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3BF94-1BA0-3D2D-263B-B8FD72A4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8442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F1736-DE07-C26D-3F3F-8E72699F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2ED7C0-16C3-8C29-53B1-B853ED98E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29A11-7399-C05F-BD88-4B7DBF88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EEA5C4-B223-5128-E227-BFE6E98A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5894E-9D65-CACA-5151-6B40D02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778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CE9536-AD3D-DB28-9824-7E540939E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3029D-5E4E-26CA-198B-B4A44B0A15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F8EE34-AD4E-A8E8-6FEF-EB0C88B16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159E0-5832-D4A8-C0F9-A55A4EDA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038C56-C241-6981-F76F-7625D4EF5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D697C-DDE1-B721-30E6-D62B459C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738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8F9C5-AED1-2A3E-CC37-989224C6F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587C52-FE62-B17C-6AF0-4FA62809D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85D5BD-303E-9F90-F21A-2C2BDB95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A7FD08F-E576-ABFF-DA59-428F27B4F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19140B-A024-78FA-8E1C-E78D7394B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C28265D-C7F6-5686-CFF4-82C2525D2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B655FC-4189-7E7C-4EA6-C96E60FE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50626F-CDAD-1439-8B35-AFCA1EE31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5533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D6DC2-D110-01BB-B2DE-5A1D322C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28F938-B597-3986-D3EC-37727688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892A849-F052-2B28-8FA8-B24B4FDA5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F9F001-429C-37E9-C418-36BAC47C4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608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0B0B5D-2534-EED9-9194-72C88BCD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8AE00CF-854F-C0C1-8CAA-85C5576C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180CAF-291A-02A4-450C-44404FC83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756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0E6E1-8712-AF03-0EB0-6D9145731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2F7E1-FFD2-8369-629A-52818201D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904A95-0019-D141-23C6-02F9CA35F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7FA2A1-5BAA-19FD-9FD4-41C4FCA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05E665-5C11-ACD1-9D7C-ECFFE99A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79FCE3-AAC2-47BA-F53D-49DBFACC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8696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E0A57-6E41-AB5C-7D1A-D92EF4AD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35F9BB-055B-0EBA-D0AA-6165B2436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960A989-42CF-DBD2-8AE4-428FE9670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6E6B8D-761D-9314-663B-BDB1F8D0F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351307-5E01-4767-FE4A-A5CF328E2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8FBEA7-DCB7-E862-A730-8D0C33F6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860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17ABF-8400-D43D-05A1-AE7824FE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816EE4-D9E0-934C-00DA-F2CA7D869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F2AF28-94DB-821C-E499-838F72823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336E16-4E10-3C7A-C45E-FC52C2419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E447C6-864E-55EA-3953-608D7FF0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908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93163D7-AB54-CA78-54BA-24C804FB4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593B3DC-D6C4-D213-47B2-E5356C61A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EC48DE-BB9A-FABF-E298-41F031EBE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187A5-51E1-3FF1-DA24-7FE0989C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2D836B-F8E7-3E98-9F6C-AA6631D3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396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A2E"/>
            </a:gs>
            <a:gs pos="100000">
              <a:srgbClr val="16213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9E2AC73-0B15-B4FC-329F-D07EF88B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EAD268-10AC-5DB8-AE74-F3E4A7E10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DB0B5-8A75-F05E-9C8E-2FE44CBBB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6E2C2D-524D-DC41-B612-F5D23BB307B3}" type="datetimeFigureOut">
              <a:rPr kumimoji="1" lang="ko-KR" altLang="en-US" smtClean="0"/>
              <a:t>2026. 3. 23.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060B76-51A3-8E86-EA0D-55332EEE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1676-8A2E-A567-8017-966D61E61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320A5B-65C1-2E44-AD93-6C9B7CC18C85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00" name="Acc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4CAF50"/>
              </a:gs>
              <a:gs pos="25000">
                <a:srgbClr val="26C6DA"/>
              </a:gs>
              <a:gs pos="50000">
                <a:srgbClr val="FF9800"/>
              </a:gs>
              <a:gs pos="75000">
                <a:srgbClr val="E53935"/>
              </a:gs>
              <a:gs pos="100000">
                <a:srgbClr val="EC407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2301895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0E0E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0E0E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0E0E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0E0E0"/>
          </a:solidFill>
          <a:latin typeface="+mn-lt"/>
          <a:ea typeface="+mn-ea"/>
          <a:cs typeface="+mn-cs"/>
        </a:defRPr>
      </a:lvl9pPr>
    </p:bodyStyle>
    <p:otherStyle>
      <a:defPPr>
        <a:defRPr lang="ko-KR">
          <a:solidFill>
            <a:srgbClr val="E0E0E0"/>
          </a:solidFill>
        </a:defRPr>
      </a:defPPr>
      <a:lvl1pPr marL="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rgbClr val="E0E0E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10000"/>
              </a:schemeClr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A0C5A-D12E-376D-B1ED-605CFB92A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ko-KR" altLang="en-US" sz="3600" b="1" dirty="0" err="1">
                <a:latin typeface="Pretendard"/>
                <a:ea typeface="Pretendard"/>
              </a:rPr>
              <a:t>클로드</a:t>
            </a:r>
            <a:r>
              <a:rPr lang="ko-KR" altLang="en-US" sz="3600" b="1" dirty="0">
                <a:latin typeface="Pretendard"/>
                <a:ea typeface="Pretendard"/>
              </a:rPr>
              <a:t> 코드로 </a:t>
            </a:r>
            <a:r>
              <a:rPr lang="ko-KR" altLang="en-US" sz="3600" b="1" dirty="0" err="1">
                <a:latin typeface="Pretendard"/>
                <a:ea typeface="Pretendard"/>
              </a:rPr>
              <a:t>책쓰기</a:t>
            </a:r>
            <a:r>
              <a:rPr lang="ko-KR" altLang="en-US" sz="3600" b="1" dirty="0">
                <a:latin typeface="Pretendard"/>
                <a:ea typeface="Pretendard"/>
              </a:rPr>
              <a:t> 프로젝트</a:t>
            </a:r>
            <a:endParaRPr lang="ko-KR" altLang="en-US" sz="3600" b="1" dirty="0">
              <a:solidFill>
                <a:srgbClr val="FFFFFF"/>
              </a:solidFill>
              <a:latin typeface="Pretendard"/>
              <a:ea typeface="Pretendard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A7A7C2-ECDA-4E84-2B9E-CD1F4E12E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86068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ko-KR" altLang="en-US" sz="1600" dirty="0">
                <a:solidFill>
                  <a:srgbClr val="78909C"/>
                </a:solidFill>
                <a:latin typeface="Pretendard"/>
                <a:ea typeface="Pretendard"/>
              </a:rPr>
              <a:t>기획부터 검증까지, 역할별 워크플로우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BE4CABC0-CAFB-6DDD-13D4-C014962C0E8A}"/>
              </a:ext>
            </a:extLst>
          </p:cNvPr>
          <p:cNvSpPr txBox="1">
            <a:spLocks/>
          </p:cNvSpPr>
          <p:nvPr/>
        </p:nvSpPr>
        <p:spPr>
          <a:xfrm>
            <a:off x="1524000" y="5497417"/>
            <a:ext cx="9144000" cy="6242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E0E0E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>
                <a:solidFill>
                  <a:schemeClr val="tx1"/>
                </a:solidFill>
                <a:latin typeface="Pretendard"/>
                <a:ea typeface="Pretendard"/>
              </a:rPr>
              <a:t>2026.03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Pretendard"/>
                <a:ea typeface="Pretendard"/>
              </a:rPr>
              <a:t>AI ROASTING</a:t>
            </a:r>
            <a:endParaRPr lang="ko-KR" altLang="en-US" sz="1600" dirty="0">
              <a:solidFill>
                <a:schemeClr val="tx1"/>
              </a:solidFill>
              <a:latin typeface="Pretendard"/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08985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609600" y="66592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ko-KR" altLang="en-US" sz="3200" b="1" dirty="0">
                <a:solidFill>
                  <a:srgbClr val="1B2A4A"/>
                </a:solidFill>
                <a:latin typeface="Pretendard"/>
                <a:ea typeface="Pretendard"/>
              </a:rPr>
              <a:t>책 쓰기 프로젝트를 위해 </a:t>
            </a:r>
            <a:r>
              <a:rPr lang="en-US" altLang="ko-KR" sz="3200" b="1" dirty="0">
                <a:solidFill>
                  <a:srgbClr val="1B2A4A"/>
                </a:solidFill>
                <a:latin typeface="Pretendard"/>
                <a:ea typeface="Pretendard"/>
              </a:rPr>
              <a:t>6</a:t>
            </a:r>
            <a:r>
              <a:rPr lang="ko-KR" altLang="en-US" sz="3200" b="1" dirty="0">
                <a:solidFill>
                  <a:srgbClr val="1B2A4A"/>
                </a:solidFill>
                <a:latin typeface="Pretendard"/>
                <a:ea typeface="Pretendard"/>
              </a:rPr>
              <a:t>명의 에이전트를 설계함</a:t>
            </a:r>
          </a:p>
        </p:txBody>
      </p:sp>
      <p:cxnSp>
        <p:nvCxnSpPr>
          <p:cNvPr id="11" name="TitleLine"/>
          <p:cNvCxnSpPr/>
          <p:nvPr/>
        </p:nvCxnSpPr>
        <p:spPr>
          <a:xfrm>
            <a:off x="609600" y="1104070"/>
            <a:ext cx="10972800" cy="0"/>
          </a:xfrm>
          <a:prstGeom prst="straightConnector1">
            <a:avLst/>
          </a:prstGeom>
          <a:ln w="25400">
            <a:solidFill>
              <a:srgbClr val="1B2A4A"/>
            </a:solidFill>
          </a:ln>
        </p:spPr>
      </p:cxnSp>
      <p:sp>
        <p:nvSpPr>
          <p:cNvPr id="12" name="Sub"/>
          <p:cNvSpPr/>
          <p:nvPr/>
        </p:nvSpPr>
        <p:spPr>
          <a:xfrm>
            <a:off x="609600" y="1266927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품질 수준 제고를 위해 기획부터 출판까지, 각 단계에 최적화된 역할을 배치함</a:t>
            </a:r>
          </a:p>
        </p:txBody>
      </p:sp>
      <p:sp>
        <p:nvSpPr>
          <p:cNvPr id="20" name="Circle0"/>
          <p:cNvSpPr/>
          <p:nvPr/>
        </p:nvSpPr>
        <p:spPr>
          <a:xfrm>
            <a:off x="1149350" y="2087838"/>
            <a:ext cx="495300" cy="495300"/>
          </a:xfrm>
          <a:prstGeom prst="ellipse">
            <a:avLst/>
          </a:prstGeom>
          <a:solidFill>
            <a:srgbClr val="1D8348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21" name="Name0"/>
          <p:cNvSpPr/>
          <p:nvPr/>
        </p:nvSpPr>
        <p:spPr>
          <a:xfrm>
            <a:off x="6096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그린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1D8348"/>
                </a:solidFill>
                <a:latin typeface="Pretendard"/>
                <a:ea typeface="Pretendard"/>
              </a:rPr>
              <a:t>리서처</a:t>
            </a:r>
          </a:p>
        </p:txBody>
      </p:sp>
      <p:cxnSp>
        <p:nvCxnSpPr>
          <p:cNvPr id="22" name="AccLine0"/>
          <p:cNvCxnSpPr/>
          <p:nvPr/>
        </p:nvCxnSpPr>
        <p:spPr>
          <a:xfrm>
            <a:off x="924560" y="3809996"/>
            <a:ext cx="944880" cy="0"/>
          </a:xfrm>
          <a:prstGeom prst="straightConnector1">
            <a:avLst/>
          </a:prstGeom>
          <a:ln w="12700">
            <a:solidFill>
              <a:srgbClr val="1D8348"/>
            </a:solidFill>
          </a:ln>
        </p:spPr>
      </p:cxnSp>
      <p:sp>
        <p:nvSpPr>
          <p:cNvPr id="23" name="Desc0"/>
          <p:cNvSpPr/>
          <p:nvPr/>
        </p:nvSpPr>
        <p:spPr>
          <a:xfrm>
            <a:off x="6096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최신 정보를 웹에서 조사하여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정보의 정확성과 시의성을 확보</a:t>
            </a:r>
          </a:p>
        </p:txBody>
      </p:sp>
      <p:cxnSp>
        <p:nvCxnSpPr>
          <p:cNvPr id="24" name="Arrow0"/>
          <p:cNvCxnSpPr/>
          <p:nvPr/>
        </p:nvCxnSpPr>
        <p:spPr>
          <a:xfrm>
            <a:off x="22225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30" name="Circle1"/>
          <p:cNvSpPr/>
          <p:nvPr/>
        </p:nvSpPr>
        <p:spPr>
          <a:xfrm>
            <a:off x="3028950" y="2087838"/>
            <a:ext cx="495300" cy="495300"/>
          </a:xfrm>
          <a:prstGeom prst="ellipse">
            <a:avLst/>
          </a:prstGeom>
          <a:solidFill>
            <a:srgbClr val="62656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31" name="Name1"/>
          <p:cNvSpPr/>
          <p:nvPr/>
        </p:nvSpPr>
        <p:spPr>
          <a:xfrm>
            <a:off x="24892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실버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626567"/>
                </a:solidFill>
                <a:latin typeface="Pretendard"/>
                <a:ea typeface="Pretendard"/>
              </a:rPr>
              <a:t>아키텍트</a:t>
            </a:r>
          </a:p>
        </p:txBody>
      </p:sp>
      <p:cxnSp>
        <p:nvCxnSpPr>
          <p:cNvPr id="32" name="AccLine1"/>
          <p:cNvCxnSpPr/>
          <p:nvPr/>
        </p:nvCxnSpPr>
        <p:spPr>
          <a:xfrm>
            <a:off x="2804160" y="3809996"/>
            <a:ext cx="944880" cy="0"/>
          </a:xfrm>
          <a:prstGeom prst="straightConnector1">
            <a:avLst/>
          </a:prstGeom>
          <a:ln w="12700">
            <a:solidFill>
              <a:srgbClr val="626567"/>
            </a:solidFill>
          </a:ln>
        </p:spPr>
      </p:cxnSp>
      <p:sp>
        <p:nvSpPr>
          <p:cNvPr id="33" name="Desc1"/>
          <p:cNvSpPr/>
          <p:nvPr/>
        </p:nvSpPr>
        <p:spPr>
          <a:xfrm>
            <a:off x="24892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조사 결과를 분석하여 목차를 설계하여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논리적 흐름과 전체 구조를 선제적으로 설계</a:t>
            </a:r>
          </a:p>
        </p:txBody>
      </p:sp>
      <p:cxnSp>
        <p:nvCxnSpPr>
          <p:cNvPr id="34" name="Arrow1"/>
          <p:cNvCxnSpPr/>
          <p:nvPr/>
        </p:nvCxnSpPr>
        <p:spPr>
          <a:xfrm>
            <a:off x="41021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40" name="Circle2"/>
          <p:cNvSpPr/>
          <p:nvPr/>
        </p:nvSpPr>
        <p:spPr>
          <a:xfrm>
            <a:off x="4908550" y="2087838"/>
            <a:ext cx="495300" cy="4953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41" name="Name2"/>
          <p:cNvSpPr/>
          <p:nvPr/>
        </p:nvSpPr>
        <p:spPr>
          <a:xfrm>
            <a:off x="43688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블랙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1B2A4A"/>
                </a:solidFill>
                <a:latin typeface="Pretendard"/>
                <a:ea typeface="Pretendard"/>
              </a:rPr>
              <a:t>라이터</a:t>
            </a:r>
          </a:p>
        </p:txBody>
      </p:sp>
      <p:cxnSp>
        <p:nvCxnSpPr>
          <p:cNvPr id="42" name="AccLine2"/>
          <p:cNvCxnSpPr/>
          <p:nvPr/>
        </p:nvCxnSpPr>
        <p:spPr>
          <a:xfrm>
            <a:off x="4683760" y="3809996"/>
            <a:ext cx="944880" cy="0"/>
          </a:xfrm>
          <a:prstGeom prst="straightConnector1">
            <a:avLst/>
          </a:prstGeom>
          <a:ln w="12700">
            <a:solidFill>
              <a:srgbClr val="1B2A4A"/>
            </a:solidFill>
          </a:ln>
        </p:spPr>
      </p:cxnSp>
      <p:sp>
        <p:nvSpPr>
          <p:cNvPr id="43" name="Desc2"/>
          <p:cNvSpPr/>
          <p:nvPr/>
        </p:nvSpPr>
        <p:spPr>
          <a:xfrm>
            <a:off x="43688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프롤로그부터 부록까지 전체 집필 및 4차 수정을 담당하여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일관된 톤과 스타일을 유지</a:t>
            </a:r>
          </a:p>
        </p:txBody>
      </p:sp>
      <p:cxnSp>
        <p:nvCxnSpPr>
          <p:cNvPr id="44" name="Arrow2"/>
          <p:cNvCxnSpPr/>
          <p:nvPr/>
        </p:nvCxnSpPr>
        <p:spPr>
          <a:xfrm>
            <a:off x="59817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50" name="Circle3"/>
          <p:cNvSpPr/>
          <p:nvPr/>
        </p:nvSpPr>
        <p:spPr>
          <a:xfrm>
            <a:off x="6788150" y="2087838"/>
            <a:ext cx="495300" cy="4953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1" name="Name3"/>
          <p:cNvSpPr/>
          <p:nvPr/>
        </p:nvSpPr>
        <p:spPr>
          <a:xfrm>
            <a:off x="62484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레드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C0392B"/>
                </a:solidFill>
                <a:latin typeface="Pretendard"/>
                <a:ea typeface="Pretendard"/>
              </a:rPr>
              <a:t>리뷰어</a:t>
            </a:r>
          </a:p>
        </p:txBody>
      </p:sp>
      <p:cxnSp>
        <p:nvCxnSpPr>
          <p:cNvPr id="52" name="AccLine3"/>
          <p:cNvCxnSpPr/>
          <p:nvPr/>
        </p:nvCxnSpPr>
        <p:spPr>
          <a:xfrm>
            <a:off x="6563360" y="3809996"/>
            <a:ext cx="944880" cy="0"/>
          </a:xfrm>
          <a:prstGeom prst="straightConnector1">
            <a:avLst/>
          </a:prstGeom>
          <a:ln w="12700">
            <a:solidFill>
              <a:srgbClr val="C0392B"/>
            </a:solidFill>
          </a:ln>
        </p:spPr>
      </p:cxnSp>
      <p:sp>
        <p:nvSpPr>
          <p:cNvPr id="53" name="Desc3"/>
          <p:cNvSpPr/>
          <p:nvPr/>
        </p:nvSpPr>
        <p:spPr>
          <a:xfrm>
            <a:off x="62484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논리적 허점을 냉정하게 지적하여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전문성과 설득력을 검증</a:t>
            </a:r>
          </a:p>
        </p:txBody>
      </p:sp>
      <p:cxnSp>
        <p:nvCxnSpPr>
          <p:cNvPr id="54" name="Arrow3"/>
          <p:cNvCxnSpPr/>
          <p:nvPr/>
        </p:nvCxnSpPr>
        <p:spPr>
          <a:xfrm>
            <a:off x="78613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60" name="Circle4"/>
          <p:cNvSpPr/>
          <p:nvPr/>
        </p:nvSpPr>
        <p:spPr>
          <a:xfrm>
            <a:off x="8667750" y="2087838"/>
            <a:ext cx="495300" cy="49530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61" name="Name4"/>
          <p:cNvSpPr/>
          <p:nvPr/>
        </p:nvSpPr>
        <p:spPr>
          <a:xfrm>
            <a:off x="81280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핑크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C2185B"/>
                </a:solidFill>
                <a:latin typeface="Pretendard"/>
                <a:ea typeface="Pretendard"/>
              </a:rPr>
              <a:t>예상독자</a:t>
            </a:r>
          </a:p>
        </p:txBody>
      </p:sp>
      <p:cxnSp>
        <p:nvCxnSpPr>
          <p:cNvPr id="62" name="AccLine4"/>
          <p:cNvCxnSpPr/>
          <p:nvPr/>
        </p:nvCxnSpPr>
        <p:spPr>
          <a:xfrm>
            <a:off x="8442960" y="3809996"/>
            <a:ext cx="944880" cy="0"/>
          </a:xfrm>
          <a:prstGeom prst="straightConnector1">
            <a:avLst/>
          </a:prstGeom>
          <a:ln w="12700">
            <a:solidFill>
              <a:srgbClr val="C2185B"/>
            </a:solidFill>
          </a:ln>
        </p:spPr>
      </p:cxnSp>
      <p:sp>
        <p:nvSpPr>
          <p:cNvPr id="63" name="Desc4"/>
          <p:cNvSpPr/>
          <p:nvPr/>
        </p:nvSpPr>
        <p:spPr>
          <a:xfrm>
            <a:off x="81280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비전문가 팀장 관점에서 리뷰하여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실제 독자의 이해도와 공감을 검증</a:t>
            </a:r>
          </a:p>
        </p:txBody>
      </p:sp>
      <p:cxnSp>
        <p:nvCxnSpPr>
          <p:cNvPr id="64" name="Arrow4"/>
          <p:cNvCxnSpPr/>
          <p:nvPr/>
        </p:nvCxnSpPr>
        <p:spPr>
          <a:xfrm>
            <a:off x="9740900" y="2335488"/>
            <a:ext cx="228600" cy="0"/>
          </a:xfrm>
          <a:prstGeom prst="straightConnector1">
            <a:avLst/>
          </a:prstGeom>
          <a:ln w="19050">
            <a:solidFill>
              <a:srgbClr val="BDC3C7"/>
            </a:solidFill>
            <a:tailEnd type="triangle" w="med" len="med"/>
          </a:ln>
        </p:spPr>
      </p:cxnSp>
      <p:sp>
        <p:nvSpPr>
          <p:cNvPr id="70" name="Circle5"/>
          <p:cNvSpPr/>
          <p:nvPr/>
        </p:nvSpPr>
        <p:spPr>
          <a:xfrm>
            <a:off x="10547350" y="2087838"/>
            <a:ext cx="495300" cy="495300"/>
          </a:xfrm>
          <a:prstGeom prst="ellipse">
            <a:avLst/>
          </a:prstGeom>
          <a:solidFill>
            <a:srgbClr val="1F618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altLang="ko-KR" sz="2000" b="1" dirty="0">
                <a:solidFill>
                  <a:srgbClr val="FFFFFF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71" name="Name5"/>
          <p:cNvSpPr/>
          <p:nvPr/>
        </p:nvSpPr>
        <p:spPr>
          <a:xfrm>
            <a:off x="10007600" y="2773638"/>
            <a:ext cx="157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2000" b="1" dirty="0">
                <a:solidFill>
                  <a:srgbClr val="1B2A4A"/>
                </a:solidFill>
                <a:latin typeface="Pretendard"/>
                <a:ea typeface="Pretendard"/>
              </a:rPr>
              <a:t>라이트</a:t>
            </a:r>
          </a:p>
          <a:p>
            <a:pPr algn="ctr">
              <a:buNone/>
            </a:pPr>
            <a:r>
              <a:rPr lang="ko-KR" altLang="en-US" sz="1600" dirty="0">
                <a:solidFill>
                  <a:srgbClr val="1F618D"/>
                </a:solidFill>
                <a:latin typeface="Pretendard"/>
                <a:ea typeface="Pretendard"/>
              </a:rPr>
              <a:t>퍼블리셔</a:t>
            </a:r>
          </a:p>
        </p:txBody>
      </p:sp>
      <p:cxnSp>
        <p:nvCxnSpPr>
          <p:cNvPr id="72" name="AccLine5"/>
          <p:cNvCxnSpPr/>
          <p:nvPr/>
        </p:nvCxnSpPr>
        <p:spPr>
          <a:xfrm>
            <a:off x="10322560" y="3809996"/>
            <a:ext cx="944880" cy="0"/>
          </a:xfrm>
          <a:prstGeom prst="straightConnector1">
            <a:avLst/>
          </a:prstGeom>
          <a:ln w="12700">
            <a:solidFill>
              <a:srgbClr val="1F618D"/>
            </a:solidFill>
          </a:ln>
        </p:spPr>
      </p:cxnSp>
      <p:sp>
        <p:nvSpPr>
          <p:cNvPr id="73" name="Desc5"/>
          <p:cNvSpPr/>
          <p:nvPr/>
        </p:nvSpPr>
        <p:spPr>
          <a:xfrm>
            <a:off x="10007600" y="3937551"/>
            <a:ext cx="1574800" cy="1143000"/>
          </a:xfrm>
          <a:prstGeom prst="rect">
            <a:avLst/>
          </a:prstGeom>
        </p:spPr>
        <p:txBody>
          <a:bodyPr wrap="square" lIns="36000" tIns="36000" rIns="36000" bIns="36000" anchor="t"/>
          <a:lstStyle/>
          <a:p>
            <a:pPr algn="ctr" latinLnBrk="0">
              <a:lnSpc>
                <a:spcPts val="1800"/>
              </a:lnSpc>
            </a:pPr>
            <a:r>
              <a:rPr lang="ko-KR" altLang="en-US" sz="1400" dirty="0">
                <a:solidFill>
                  <a:srgbClr val="333333"/>
                </a:solidFill>
                <a:latin typeface="Pretendard"/>
                <a:ea typeface="Pretendard"/>
              </a:rPr>
              <a:t>완성된 원고를 Word 문서로 변환하여</a:t>
            </a:r>
          </a:p>
          <a:p>
            <a:pPr algn="ctr" latinLnBrk="0">
              <a:lnSpc>
                <a:spcPts val="1800"/>
              </a:lnSpc>
              <a:spcBef>
                <a:spcPts val="400"/>
              </a:spcBef>
            </a:pPr>
            <a:r>
              <a:rPr lang="ko-KR" altLang="en-US" sz="1400" b="1" dirty="0">
                <a:solidFill>
                  <a:srgbClr val="1B2A4A"/>
                </a:solidFill>
                <a:latin typeface="Pretendard"/>
                <a:ea typeface="Pretendard"/>
              </a:rPr>
              <a:t>→ 전문적인 판형과 서식으로 출판 품질 완성</a:t>
            </a:r>
          </a:p>
        </p:txBody>
      </p:sp>
      <p:cxnSp>
        <p:nvCxnSpPr>
          <p:cNvPr id="90" name="Bracket0"/>
          <p:cNvCxnSpPr/>
          <p:nvPr/>
        </p:nvCxnSpPr>
        <p:spPr>
          <a:xfrm>
            <a:off x="609600" y="5652051"/>
            <a:ext cx="3454400" cy="0"/>
          </a:xfrm>
          <a:prstGeom prst="straightConnector1">
            <a:avLst/>
          </a:prstGeom>
          <a:ln w="19050">
            <a:solidFill>
              <a:srgbClr val="1D8348"/>
            </a:solidFill>
          </a:ln>
        </p:spPr>
      </p:cxnSp>
      <p:cxnSp>
        <p:nvCxnSpPr>
          <p:cNvPr id="100" name="BrL0"/>
          <p:cNvCxnSpPr/>
          <p:nvPr/>
        </p:nvCxnSpPr>
        <p:spPr>
          <a:xfrm>
            <a:off x="609600" y="5594901"/>
            <a:ext cx="0" cy="57150"/>
          </a:xfrm>
          <a:prstGeom prst="straightConnector1">
            <a:avLst/>
          </a:prstGeom>
          <a:ln w="19050">
            <a:solidFill>
              <a:srgbClr val="1D8348"/>
            </a:solidFill>
          </a:ln>
        </p:spPr>
      </p:cxnSp>
      <p:cxnSp>
        <p:nvCxnSpPr>
          <p:cNvPr id="101" name="BrR0"/>
          <p:cNvCxnSpPr/>
          <p:nvPr/>
        </p:nvCxnSpPr>
        <p:spPr>
          <a:xfrm>
            <a:off x="4064000" y="5594901"/>
            <a:ext cx="0" cy="57150"/>
          </a:xfrm>
          <a:prstGeom prst="straightConnector1">
            <a:avLst/>
          </a:prstGeom>
          <a:ln w="19050">
            <a:solidFill>
              <a:srgbClr val="1D8348"/>
            </a:solidFill>
          </a:ln>
        </p:spPr>
      </p:cxnSp>
      <p:sp>
        <p:nvSpPr>
          <p:cNvPr id="110" name="PLabel0"/>
          <p:cNvSpPr/>
          <p:nvPr/>
        </p:nvSpPr>
        <p:spPr>
          <a:xfrm>
            <a:off x="609600" y="5690151"/>
            <a:ext cx="3454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1D8348"/>
                </a:solidFill>
                <a:latin typeface="Pretendard"/>
                <a:ea typeface="Pretendard"/>
              </a:rPr>
              <a:t>기획</a:t>
            </a:r>
          </a:p>
        </p:txBody>
      </p:sp>
      <p:cxnSp>
        <p:nvCxnSpPr>
          <p:cNvPr id="91" name="Bracket1"/>
          <p:cNvCxnSpPr/>
          <p:nvPr/>
        </p:nvCxnSpPr>
        <p:spPr>
          <a:xfrm>
            <a:off x="4368800" y="5652051"/>
            <a:ext cx="1574800" cy="0"/>
          </a:xfrm>
          <a:prstGeom prst="straightConnector1">
            <a:avLst/>
          </a:prstGeom>
          <a:ln w="19050">
            <a:solidFill>
              <a:srgbClr val="1B2A4A"/>
            </a:solidFill>
          </a:ln>
        </p:spPr>
      </p:cxnSp>
      <p:cxnSp>
        <p:nvCxnSpPr>
          <p:cNvPr id="102" name="BrL1"/>
          <p:cNvCxnSpPr/>
          <p:nvPr/>
        </p:nvCxnSpPr>
        <p:spPr>
          <a:xfrm>
            <a:off x="4368800" y="5594901"/>
            <a:ext cx="0" cy="57150"/>
          </a:xfrm>
          <a:prstGeom prst="straightConnector1">
            <a:avLst/>
          </a:prstGeom>
          <a:ln w="19050">
            <a:solidFill>
              <a:srgbClr val="1B2A4A"/>
            </a:solidFill>
          </a:ln>
        </p:spPr>
      </p:cxnSp>
      <p:cxnSp>
        <p:nvCxnSpPr>
          <p:cNvPr id="103" name="BrR1"/>
          <p:cNvCxnSpPr/>
          <p:nvPr/>
        </p:nvCxnSpPr>
        <p:spPr>
          <a:xfrm>
            <a:off x="5943600" y="5594901"/>
            <a:ext cx="0" cy="57150"/>
          </a:xfrm>
          <a:prstGeom prst="straightConnector1">
            <a:avLst/>
          </a:prstGeom>
          <a:ln w="19050">
            <a:solidFill>
              <a:srgbClr val="1B2A4A"/>
            </a:solidFill>
          </a:ln>
        </p:spPr>
      </p:cxnSp>
      <p:sp>
        <p:nvSpPr>
          <p:cNvPr id="111" name="PLabel1"/>
          <p:cNvSpPr/>
          <p:nvPr/>
        </p:nvSpPr>
        <p:spPr>
          <a:xfrm>
            <a:off x="4368800" y="5690151"/>
            <a:ext cx="157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1B2A4A"/>
                </a:solidFill>
                <a:latin typeface="Pretendard"/>
                <a:ea typeface="Pretendard"/>
              </a:rPr>
              <a:t>집필</a:t>
            </a:r>
          </a:p>
        </p:txBody>
      </p:sp>
      <p:cxnSp>
        <p:nvCxnSpPr>
          <p:cNvPr id="92" name="Bracket2"/>
          <p:cNvCxnSpPr/>
          <p:nvPr/>
        </p:nvCxnSpPr>
        <p:spPr>
          <a:xfrm>
            <a:off x="6248400" y="5652051"/>
            <a:ext cx="3454400" cy="0"/>
          </a:xfrm>
          <a:prstGeom prst="straightConnector1">
            <a:avLst/>
          </a:prstGeom>
          <a:ln w="19050">
            <a:solidFill>
              <a:srgbClr val="C0392B"/>
            </a:solidFill>
          </a:ln>
        </p:spPr>
      </p:cxnSp>
      <p:cxnSp>
        <p:nvCxnSpPr>
          <p:cNvPr id="104" name="BrL2"/>
          <p:cNvCxnSpPr/>
          <p:nvPr/>
        </p:nvCxnSpPr>
        <p:spPr>
          <a:xfrm>
            <a:off x="6248400" y="5594901"/>
            <a:ext cx="0" cy="57150"/>
          </a:xfrm>
          <a:prstGeom prst="straightConnector1">
            <a:avLst/>
          </a:prstGeom>
          <a:ln w="19050">
            <a:solidFill>
              <a:srgbClr val="C0392B"/>
            </a:solidFill>
          </a:ln>
        </p:spPr>
      </p:cxnSp>
      <p:cxnSp>
        <p:nvCxnSpPr>
          <p:cNvPr id="105" name="BrR2"/>
          <p:cNvCxnSpPr/>
          <p:nvPr/>
        </p:nvCxnSpPr>
        <p:spPr>
          <a:xfrm>
            <a:off x="9702800" y="5594901"/>
            <a:ext cx="0" cy="57150"/>
          </a:xfrm>
          <a:prstGeom prst="straightConnector1">
            <a:avLst/>
          </a:prstGeom>
          <a:ln w="19050">
            <a:solidFill>
              <a:srgbClr val="C0392B"/>
            </a:solidFill>
          </a:ln>
        </p:spPr>
      </p:cxnSp>
      <p:sp>
        <p:nvSpPr>
          <p:cNvPr id="112" name="PLabel2"/>
          <p:cNvSpPr/>
          <p:nvPr/>
        </p:nvSpPr>
        <p:spPr>
          <a:xfrm>
            <a:off x="6248400" y="5690151"/>
            <a:ext cx="3454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C0392B"/>
                </a:solidFill>
                <a:latin typeface="Pretendard"/>
                <a:ea typeface="Pretendard"/>
              </a:rPr>
              <a:t>검증 및 수정</a:t>
            </a:r>
          </a:p>
        </p:txBody>
      </p:sp>
      <p:cxnSp>
        <p:nvCxnSpPr>
          <p:cNvPr id="93" name="Bracket3"/>
          <p:cNvCxnSpPr/>
          <p:nvPr/>
        </p:nvCxnSpPr>
        <p:spPr>
          <a:xfrm>
            <a:off x="10007600" y="5652051"/>
            <a:ext cx="1574800" cy="0"/>
          </a:xfrm>
          <a:prstGeom prst="straightConnector1">
            <a:avLst/>
          </a:prstGeom>
          <a:ln w="19050">
            <a:solidFill>
              <a:srgbClr val="1F618D"/>
            </a:solidFill>
          </a:ln>
        </p:spPr>
      </p:cxnSp>
      <p:cxnSp>
        <p:nvCxnSpPr>
          <p:cNvPr id="106" name="BrL3"/>
          <p:cNvCxnSpPr/>
          <p:nvPr/>
        </p:nvCxnSpPr>
        <p:spPr>
          <a:xfrm>
            <a:off x="10007600" y="5594901"/>
            <a:ext cx="0" cy="57150"/>
          </a:xfrm>
          <a:prstGeom prst="straightConnector1">
            <a:avLst/>
          </a:prstGeom>
          <a:ln w="19050">
            <a:solidFill>
              <a:srgbClr val="1F618D"/>
            </a:solidFill>
          </a:ln>
        </p:spPr>
      </p:cxnSp>
      <p:cxnSp>
        <p:nvCxnSpPr>
          <p:cNvPr id="107" name="BrR3"/>
          <p:cNvCxnSpPr/>
          <p:nvPr/>
        </p:nvCxnSpPr>
        <p:spPr>
          <a:xfrm>
            <a:off x="11582400" y="5594901"/>
            <a:ext cx="0" cy="57150"/>
          </a:xfrm>
          <a:prstGeom prst="straightConnector1">
            <a:avLst/>
          </a:prstGeom>
          <a:ln w="19050">
            <a:solidFill>
              <a:srgbClr val="1F618D"/>
            </a:solidFill>
          </a:ln>
        </p:spPr>
      </p:cxnSp>
      <p:sp>
        <p:nvSpPr>
          <p:cNvPr id="113" name="PLabel3"/>
          <p:cNvSpPr/>
          <p:nvPr/>
        </p:nvSpPr>
        <p:spPr>
          <a:xfrm>
            <a:off x="10007600" y="5690151"/>
            <a:ext cx="15748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1F618D"/>
                </a:solidFill>
                <a:latin typeface="Pretendard"/>
                <a:ea typeface="Pretendard"/>
              </a:rPr>
              <a:t>출판</a:t>
            </a:r>
          </a:p>
        </p:txBody>
      </p:sp>
    </p:spTree>
    <p:extLst>
      <p:ext uri="{BB962C8B-B14F-4D97-AF65-F5344CB8AC3E}">
        <p14:creationId xmlns:p14="http://schemas.microsoft.com/office/powerpoint/2010/main" val="396433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CB787-29F7-D55A-BD0F-949D9ECB7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H4"/>
          <p:cNvSpPr/>
          <p:nvPr/>
        </p:nvSpPr>
        <p:spPr>
          <a:xfrm>
            <a:off x="8040304" y="2013203"/>
            <a:ext cx="1684421" cy="467148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퍼블리싱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5분</a:t>
            </a:r>
          </a:p>
        </p:txBody>
      </p:sp>
      <p:sp>
        <p:nvSpPr>
          <p:cNvPr id="22" name="PH2"/>
          <p:cNvSpPr/>
          <p:nvPr/>
        </p:nvSpPr>
        <p:spPr>
          <a:xfrm>
            <a:off x="4324952" y="2013203"/>
            <a:ext cx="1684421" cy="46714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2회전: 비평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150분</a:t>
            </a:r>
          </a:p>
        </p:txBody>
      </p:sp>
      <p:cxnSp>
        <p:nvCxnSpPr>
          <p:cNvPr id="6" name="꺾인 연결선[E] 5">
            <a:extLst>
              <a:ext uri="{FF2B5EF4-FFF2-40B4-BE49-F238E27FC236}">
                <a16:creationId xmlns:a16="http://schemas.microsoft.com/office/drawing/2014/main" id="{4FEFBC86-36C5-CF41-EDFE-8401B2294DE1}"/>
              </a:ext>
            </a:extLst>
          </p:cNvPr>
          <p:cNvCxnSpPr>
            <a:cxnSpLocks/>
            <a:stCxn id="17" idx="0"/>
            <a:endCxn id="41" idx="0"/>
          </p:cNvCxnSpPr>
          <p:nvPr/>
        </p:nvCxnSpPr>
        <p:spPr>
          <a:xfrm rot="5400000" flipH="1" flipV="1">
            <a:off x="6096001" y="-773311"/>
            <a:ext cx="12700" cy="5573028"/>
          </a:xfrm>
          <a:prstGeom prst="bentConnector3">
            <a:avLst>
              <a:gd name="adj1" fmla="val 1519480"/>
            </a:avLst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itle"/>
          <p:cNvSpPr/>
          <p:nvPr/>
        </p:nvSpPr>
        <p:spPr>
          <a:xfrm>
            <a:off x="609600" y="66548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>
              <a:buNone/>
            </a:pPr>
            <a:r>
              <a:rPr lang="ko-KR" altLang="en-US" sz="3200" b="1" dirty="0">
                <a:solidFill>
                  <a:srgbClr val="1B2A4A"/>
                </a:solidFill>
                <a:latin typeface="Pretendard"/>
                <a:ea typeface="Pretendard"/>
              </a:rPr>
              <a:t>품질을 높이기 위해 수 차례 검증과 수정 단계를 포함함</a:t>
            </a:r>
          </a:p>
        </p:txBody>
      </p:sp>
      <p:cxnSp>
        <p:nvCxnSpPr>
          <p:cNvPr id="11" name="TitleLine"/>
          <p:cNvCxnSpPr/>
          <p:nvPr/>
        </p:nvCxnSpPr>
        <p:spPr>
          <a:xfrm>
            <a:off x="609600" y="1103630"/>
            <a:ext cx="10972800" cy="0"/>
          </a:xfrm>
          <a:prstGeom prst="straightConnector1">
            <a:avLst/>
          </a:prstGeom>
          <a:ln w="25400">
            <a:solidFill>
              <a:srgbClr val="1B2A4A"/>
            </a:solidFill>
          </a:ln>
        </p:spPr>
      </p:cxnSp>
      <p:sp>
        <p:nvSpPr>
          <p:cNvPr id="12" name="Sub"/>
          <p:cNvSpPr/>
          <p:nvPr/>
        </p:nvSpPr>
        <p:spPr>
          <a:xfrm>
            <a:off x="609600" y="126746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인간 약 </a:t>
            </a:r>
            <a:r>
              <a:rPr lang="en-US" altLang="ko-KR" sz="1600" dirty="0">
                <a:solidFill>
                  <a:srgbClr val="6B7B8D"/>
                </a:solidFill>
                <a:latin typeface="Pretendard"/>
                <a:ea typeface="Pretendard"/>
              </a:rPr>
              <a:t>7</a:t>
            </a: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시간  +  AI 에이전트 약 5시간  =  총 약 1</a:t>
            </a:r>
            <a:r>
              <a:rPr lang="en-US" altLang="ko-KR" sz="1600" dirty="0">
                <a:solidFill>
                  <a:srgbClr val="6B7B8D"/>
                </a:solidFill>
                <a:latin typeface="Pretendard"/>
                <a:ea typeface="Pretendard"/>
              </a:rPr>
              <a:t>2</a:t>
            </a:r>
            <a:r>
              <a:rPr lang="ko-KR" altLang="en-US" sz="1600" dirty="0">
                <a:solidFill>
                  <a:srgbClr val="6B7B8D"/>
                </a:solidFill>
                <a:latin typeface="Pretendard"/>
                <a:ea typeface="Pretendard"/>
              </a:rPr>
              <a:t>시간</a:t>
            </a:r>
          </a:p>
        </p:txBody>
      </p:sp>
      <p:sp>
        <p:nvSpPr>
          <p:cNvPr id="13" name="PH0"/>
          <p:cNvSpPr/>
          <p:nvPr/>
        </p:nvSpPr>
        <p:spPr>
          <a:xfrm>
            <a:off x="609600" y="2013203"/>
            <a:ext cx="1684421" cy="46714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설계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~4시간</a:t>
            </a:r>
          </a:p>
        </p:txBody>
      </p:sp>
      <p:sp>
        <p:nvSpPr>
          <p:cNvPr id="14" name="PBG0"/>
          <p:cNvSpPr/>
          <p:nvPr/>
        </p:nvSpPr>
        <p:spPr>
          <a:xfrm>
            <a:off x="609600" y="2480351"/>
            <a:ext cx="1684421" cy="3157679"/>
          </a:xfrm>
          <a:prstGeom prst="rect">
            <a:avLst/>
          </a:prstGeom>
          <a:solidFill>
            <a:srgbClr val="F5EEF8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5" name="S0_0"/>
          <p:cNvSpPr/>
          <p:nvPr/>
        </p:nvSpPr>
        <p:spPr>
          <a:xfrm>
            <a:off x="682968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00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목표 및 평가 기준</a:t>
            </a:r>
            <a:br>
              <a:rPr lang="en-US" altLang="ko-KR" sz="1200" b="1" dirty="0">
                <a:solidFill>
                  <a:srgbClr val="333333"/>
                </a:solidFill>
                <a:latin typeface="Pretendard"/>
                <a:ea typeface="Pretendard"/>
              </a:rPr>
            </a:b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설계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claude.md</a:t>
            </a:r>
          </a:p>
        </p:txBody>
      </p:sp>
      <p:cxnSp>
        <p:nvCxnSpPr>
          <p:cNvPr id="16" name="PA0"/>
          <p:cNvCxnSpPr>
            <a:cxnSpLocks/>
            <a:endCxn id="17" idx="1"/>
          </p:cNvCxnSpPr>
          <p:nvPr/>
        </p:nvCxnSpPr>
        <p:spPr>
          <a:xfrm>
            <a:off x="2307778" y="2246777"/>
            <a:ext cx="159498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17" name="PH1"/>
          <p:cNvSpPr/>
          <p:nvPr/>
        </p:nvSpPr>
        <p:spPr>
          <a:xfrm>
            <a:off x="2467276" y="2013203"/>
            <a:ext cx="1684421" cy="467148"/>
          </a:xfrm>
          <a:prstGeom prst="rect">
            <a:avLst/>
          </a:prstGeom>
          <a:solidFill>
            <a:srgbClr val="1D8348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1회전: 초안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25분</a:t>
            </a:r>
          </a:p>
        </p:txBody>
      </p:sp>
      <p:sp>
        <p:nvSpPr>
          <p:cNvPr id="18" name="PBG1"/>
          <p:cNvSpPr/>
          <p:nvPr/>
        </p:nvSpPr>
        <p:spPr>
          <a:xfrm>
            <a:off x="2467276" y="2480351"/>
            <a:ext cx="1684421" cy="3157679"/>
          </a:xfrm>
          <a:prstGeom prst="rect">
            <a:avLst/>
          </a:prstGeom>
          <a:solidFill>
            <a:srgbClr val="EBF5EB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9" name="S1_0"/>
          <p:cNvSpPr/>
          <p:nvPr/>
        </p:nvSpPr>
        <p:spPr>
          <a:xfrm>
            <a:off x="2467276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01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리서치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그린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research-notes.md</a:t>
            </a:r>
          </a:p>
        </p:txBody>
      </p:sp>
      <p:sp>
        <p:nvSpPr>
          <p:cNvPr id="20" name="S1_1"/>
          <p:cNvSpPr/>
          <p:nvPr/>
        </p:nvSpPr>
        <p:spPr>
          <a:xfrm>
            <a:off x="2467276" y="2989153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02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구조 설계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실버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outline.md</a:t>
            </a:r>
          </a:p>
        </p:txBody>
      </p:sp>
      <p:cxnSp>
        <p:nvCxnSpPr>
          <p:cNvPr id="21" name="PA1"/>
          <p:cNvCxnSpPr>
            <a:cxnSpLocks/>
            <a:stCxn id="17" idx="3"/>
            <a:endCxn id="22" idx="1"/>
          </p:cNvCxnSpPr>
          <p:nvPr/>
        </p:nvCxnSpPr>
        <p:spPr>
          <a:xfrm>
            <a:off x="4151697" y="2246777"/>
            <a:ext cx="173255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23" name="PBG2"/>
          <p:cNvSpPr/>
          <p:nvPr/>
        </p:nvSpPr>
        <p:spPr>
          <a:xfrm>
            <a:off x="4324952" y="2480351"/>
            <a:ext cx="1684421" cy="3157679"/>
          </a:xfrm>
          <a:prstGeom prst="rect">
            <a:avLst/>
          </a:prstGeom>
          <a:solidFill>
            <a:srgbClr val="EBEDF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4" name="S2_0"/>
          <p:cNvSpPr/>
          <p:nvPr/>
        </p:nvSpPr>
        <p:spPr>
          <a:xfrm>
            <a:off x="4324952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04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비평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레드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review-red.md</a:t>
            </a:r>
          </a:p>
        </p:txBody>
      </p:sp>
      <p:cxnSp>
        <p:nvCxnSpPr>
          <p:cNvPr id="25" name="PA2"/>
          <p:cNvCxnSpPr>
            <a:cxnSpLocks/>
            <a:stCxn id="22" idx="3"/>
            <a:endCxn id="26" idx="1"/>
          </p:cNvCxnSpPr>
          <p:nvPr/>
        </p:nvCxnSpPr>
        <p:spPr>
          <a:xfrm>
            <a:off x="6009373" y="2246777"/>
            <a:ext cx="173255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26" name="PH3"/>
          <p:cNvSpPr/>
          <p:nvPr/>
        </p:nvSpPr>
        <p:spPr>
          <a:xfrm>
            <a:off x="6182628" y="2013203"/>
            <a:ext cx="1684421" cy="4671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3회전+합평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125분</a:t>
            </a:r>
          </a:p>
        </p:txBody>
      </p:sp>
      <p:sp>
        <p:nvSpPr>
          <p:cNvPr id="27" name="PBG3"/>
          <p:cNvSpPr/>
          <p:nvPr/>
        </p:nvSpPr>
        <p:spPr>
          <a:xfrm>
            <a:off x="6182628" y="2480351"/>
            <a:ext cx="1684421" cy="3157679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28" name="S3_0"/>
          <p:cNvSpPr/>
          <p:nvPr/>
        </p:nvSpPr>
        <p:spPr>
          <a:xfrm>
            <a:off x="6182628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06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독자 리뷰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핑크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review-pink.md</a:t>
            </a:r>
          </a:p>
        </p:txBody>
      </p:sp>
      <p:sp>
        <p:nvSpPr>
          <p:cNvPr id="29" name="HL3_1"/>
          <p:cNvSpPr/>
          <p:nvPr/>
        </p:nvSpPr>
        <p:spPr>
          <a:xfrm>
            <a:off x="6182627" y="2977744"/>
            <a:ext cx="1681200" cy="360483"/>
          </a:xfrm>
          <a:prstGeom prst="roundRect">
            <a:avLst/>
          </a:prstGeom>
          <a:solidFill>
            <a:srgbClr val="FDE2E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0" name="S3_1"/>
          <p:cNvSpPr/>
          <p:nvPr/>
        </p:nvSpPr>
        <p:spPr>
          <a:xfrm>
            <a:off x="6182628" y="2989153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07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2차 수정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draft-v3.md</a:t>
            </a:r>
          </a:p>
        </p:txBody>
      </p:sp>
      <p:sp>
        <p:nvSpPr>
          <p:cNvPr id="31" name="S3_2"/>
          <p:cNvSpPr/>
          <p:nvPr/>
        </p:nvSpPr>
        <p:spPr>
          <a:xfrm>
            <a:off x="6182628" y="3372454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08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1차 합평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5명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ensemble-review-1.md</a:t>
            </a:r>
          </a:p>
        </p:txBody>
      </p:sp>
      <p:sp>
        <p:nvSpPr>
          <p:cNvPr id="32" name="HL3_3"/>
          <p:cNvSpPr/>
          <p:nvPr/>
        </p:nvSpPr>
        <p:spPr>
          <a:xfrm>
            <a:off x="6182627" y="3744346"/>
            <a:ext cx="1681200" cy="360483"/>
          </a:xfrm>
          <a:prstGeom prst="roundRect">
            <a:avLst/>
          </a:prstGeom>
          <a:solidFill>
            <a:srgbClr val="FDE2E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3" name="S3_3"/>
          <p:cNvSpPr/>
          <p:nvPr/>
        </p:nvSpPr>
        <p:spPr>
          <a:xfrm>
            <a:off x="6182628" y="3755755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09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3차 수정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draft-v4.md</a:t>
            </a:r>
          </a:p>
        </p:txBody>
      </p:sp>
      <p:sp>
        <p:nvSpPr>
          <p:cNvPr id="34" name="S3_4"/>
          <p:cNvSpPr/>
          <p:nvPr/>
        </p:nvSpPr>
        <p:spPr>
          <a:xfrm>
            <a:off x="6182628" y="4139056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10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2차 합평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5명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ensemble-review-2.md</a:t>
            </a:r>
          </a:p>
        </p:txBody>
      </p:sp>
      <p:sp>
        <p:nvSpPr>
          <p:cNvPr id="35" name="HL3_5"/>
          <p:cNvSpPr/>
          <p:nvPr/>
        </p:nvSpPr>
        <p:spPr>
          <a:xfrm>
            <a:off x="6182627" y="4510948"/>
            <a:ext cx="1681200" cy="360483"/>
          </a:xfrm>
          <a:prstGeom prst="roundRect">
            <a:avLst/>
          </a:prstGeom>
          <a:solidFill>
            <a:srgbClr val="FDE2E2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6" name="S3_5"/>
          <p:cNvSpPr/>
          <p:nvPr/>
        </p:nvSpPr>
        <p:spPr>
          <a:xfrm>
            <a:off x="6182628" y="4522357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11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최종 반영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draft-final.md</a:t>
            </a:r>
          </a:p>
        </p:txBody>
      </p:sp>
      <p:cxnSp>
        <p:nvCxnSpPr>
          <p:cNvPr id="40" name="PA3"/>
          <p:cNvCxnSpPr>
            <a:cxnSpLocks/>
            <a:stCxn id="26" idx="3"/>
            <a:endCxn id="41" idx="1"/>
          </p:cNvCxnSpPr>
          <p:nvPr/>
        </p:nvCxnSpPr>
        <p:spPr>
          <a:xfrm>
            <a:off x="7867049" y="2246777"/>
            <a:ext cx="173255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42" name="PBG4"/>
          <p:cNvSpPr/>
          <p:nvPr/>
        </p:nvSpPr>
        <p:spPr>
          <a:xfrm>
            <a:off x="8040304" y="2480351"/>
            <a:ext cx="1684421" cy="3157679"/>
          </a:xfrm>
          <a:prstGeom prst="rect">
            <a:avLst/>
          </a:prstGeom>
          <a:solidFill>
            <a:srgbClr val="EBF0F5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3" name="S4_0"/>
          <p:cNvSpPr/>
          <p:nvPr/>
        </p:nvSpPr>
        <p:spPr>
          <a:xfrm>
            <a:off x="8040304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12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Word 생성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라이트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NotebookLM_final.docx</a:t>
            </a:r>
          </a:p>
        </p:txBody>
      </p:sp>
      <p:cxnSp>
        <p:nvCxnSpPr>
          <p:cNvPr id="44" name="PA4"/>
          <p:cNvCxnSpPr>
            <a:cxnSpLocks/>
            <a:stCxn id="41" idx="3"/>
            <a:endCxn id="45" idx="1"/>
          </p:cNvCxnSpPr>
          <p:nvPr/>
        </p:nvCxnSpPr>
        <p:spPr>
          <a:xfrm>
            <a:off x="9724725" y="2246777"/>
            <a:ext cx="173254" cy="0"/>
          </a:xfrm>
          <a:prstGeom prst="straightConnector1">
            <a:avLst/>
          </a:prstGeom>
          <a:ln w="15875">
            <a:solidFill>
              <a:schemeClr val="bg1"/>
            </a:solidFill>
            <a:tailEnd type="triangle" w="med" len="med"/>
          </a:ln>
        </p:spPr>
      </p:cxnSp>
      <p:sp>
        <p:nvSpPr>
          <p:cNvPr id="45" name="PH5"/>
          <p:cNvSpPr/>
          <p:nvPr/>
        </p:nvSpPr>
        <p:spPr>
          <a:xfrm>
            <a:off x="9897979" y="2013203"/>
            <a:ext cx="1684421" cy="4671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txBody>
          <a:bodyPr wrap="square" lIns="72000" tIns="18000" rIns="72000" bIns="18000" anchor="ctr"/>
          <a:lstStyle/>
          <a:p>
            <a:pPr algn="ctr"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Pretendard"/>
                <a:ea typeface="Pretendard"/>
              </a:rPr>
              <a:t>외부 검증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  <a:ea typeface="Pretendard"/>
              </a:rPr>
              <a:t>  ~3시간</a:t>
            </a:r>
          </a:p>
        </p:txBody>
      </p:sp>
      <p:sp>
        <p:nvSpPr>
          <p:cNvPr id="46" name="PBG5"/>
          <p:cNvSpPr/>
          <p:nvPr/>
        </p:nvSpPr>
        <p:spPr>
          <a:xfrm>
            <a:off x="9897979" y="2480351"/>
            <a:ext cx="1684421" cy="3157679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47" name="S5_0"/>
          <p:cNvSpPr/>
          <p:nvPr/>
        </p:nvSpPr>
        <p:spPr>
          <a:xfrm>
            <a:off x="9971347" y="2605852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13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편집자 평가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review-editor.md</a:t>
            </a:r>
          </a:p>
        </p:txBody>
      </p:sp>
      <p:sp>
        <p:nvSpPr>
          <p:cNvPr id="48" name="S5_1"/>
          <p:cNvSpPr/>
          <p:nvPr/>
        </p:nvSpPr>
        <p:spPr>
          <a:xfrm>
            <a:off x="9971347" y="2989153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14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마케터 평가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review-marketer.md</a:t>
            </a:r>
          </a:p>
        </p:txBody>
      </p:sp>
      <p:sp>
        <p:nvSpPr>
          <p:cNvPr id="49" name="Insight"/>
          <p:cNvSpPr/>
          <p:nvPr/>
        </p:nvSpPr>
        <p:spPr>
          <a:xfrm>
            <a:off x="609600" y="5871603"/>
            <a:ext cx="10972800" cy="568567"/>
          </a:xfrm>
          <a:prstGeom prst="roundRect">
            <a:avLst/>
          </a:prstGeom>
          <a:solidFill>
            <a:srgbClr val="FDF6F0"/>
          </a:solidFill>
          <a:ln w="12700">
            <a:solidFill>
              <a:srgbClr val="E67E22"/>
            </a:solidFill>
          </a:ln>
        </p:spPr>
        <p:txBody>
          <a:bodyPr wrap="square" lIns="0" tIns="54000" rIns="0" bIns="54000" anchor="ctr"/>
          <a:lstStyle/>
          <a:p>
            <a:pPr algn="ct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Pretendard"/>
                <a:ea typeface="Pretendard"/>
              </a:rPr>
              <a:t>블랙(라이터)이 4번의 수정 + 최종 보강을 수행, 매 사이클마다 검증 강도가 상승 </a:t>
            </a:r>
            <a:r>
              <a:rPr lang="en-US" altLang="ko-KR" sz="1400" b="1" dirty="0">
                <a:solidFill>
                  <a:schemeClr val="bg1"/>
                </a:solidFill>
                <a:latin typeface="Pretendard"/>
                <a:ea typeface="Pretendard"/>
                <a:sym typeface="Wingdings" pitchFamily="2" charset="2"/>
              </a:rPr>
              <a:t></a:t>
            </a:r>
            <a:r>
              <a:rPr lang="ko-KR" altLang="en-US" sz="1400" b="1" dirty="0">
                <a:solidFill>
                  <a:schemeClr val="bg1"/>
                </a:solidFill>
                <a:latin typeface="Pretendard"/>
                <a:ea typeface="Pretendard"/>
              </a:rPr>
              <a:t> 인간이 설계·외부 검증 담당, AI 에이전트가 집필·비평·합평·퍼블리싱 수행</a:t>
            </a:r>
          </a:p>
        </p:txBody>
      </p:sp>
      <p:sp>
        <p:nvSpPr>
          <p:cNvPr id="60" name="LabelHumanL"/>
          <p:cNvSpPr/>
          <p:nvPr/>
        </p:nvSpPr>
        <p:spPr>
          <a:xfrm>
            <a:off x="609600" y="1683639"/>
            <a:ext cx="17500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ko-KR" altLang="en-US" sz="1200" b="1" dirty="0">
                <a:solidFill>
                  <a:srgbClr val="7D3C98"/>
                </a:solidFill>
                <a:latin typeface="Pretendard"/>
                <a:ea typeface="Pretendard"/>
              </a:rPr>
              <a:t>인간</a:t>
            </a:r>
          </a:p>
        </p:txBody>
      </p:sp>
      <p:cxnSp>
        <p:nvCxnSpPr>
          <p:cNvPr id="61" name="BrHumanL"/>
          <p:cNvCxnSpPr>
            <a:cxnSpLocks/>
          </p:cNvCxnSpPr>
          <p:nvPr/>
        </p:nvCxnSpPr>
        <p:spPr>
          <a:xfrm>
            <a:off x="609600" y="2013203"/>
            <a:ext cx="1685033" cy="0"/>
          </a:xfrm>
          <a:prstGeom prst="straightConnector1">
            <a:avLst/>
          </a:prstGeom>
          <a:ln w="15875">
            <a:solidFill>
              <a:srgbClr val="7D3C98"/>
            </a:solidFill>
          </a:ln>
        </p:spPr>
      </p:cxnSp>
      <p:sp>
        <p:nvSpPr>
          <p:cNvPr id="62" name="LabelAI"/>
          <p:cNvSpPr/>
          <p:nvPr/>
        </p:nvSpPr>
        <p:spPr>
          <a:xfrm>
            <a:off x="5649821" y="1683639"/>
            <a:ext cx="894899" cy="228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en-US" altLang="ko-KR" sz="1200" b="1" dirty="0">
                <a:solidFill>
                  <a:srgbClr val="2471A3"/>
                </a:solidFill>
                <a:latin typeface="Pretendard"/>
                <a:ea typeface="Pretendard"/>
              </a:rPr>
              <a:t>AI </a:t>
            </a:r>
            <a:r>
              <a:rPr lang="ko-KR" altLang="en-US" sz="1200" b="1" dirty="0">
                <a:solidFill>
                  <a:srgbClr val="2471A3"/>
                </a:solidFill>
                <a:latin typeface="Pretendard"/>
                <a:ea typeface="Pretendard"/>
              </a:rPr>
              <a:t>에이전트</a:t>
            </a:r>
          </a:p>
        </p:txBody>
      </p:sp>
      <p:sp>
        <p:nvSpPr>
          <p:cNvPr id="64" name="LabelHumanR"/>
          <p:cNvSpPr/>
          <p:nvPr/>
        </p:nvSpPr>
        <p:spPr>
          <a:xfrm>
            <a:off x="9833610" y="1683639"/>
            <a:ext cx="17500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ko-KR" altLang="en-US" sz="1200" b="1" dirty="0">
                <a:solidFill>
                  <a:srgbClr val="D35400"/>
                </a:solidFill>
                <a:latin typeface="Pretendard"/>
                <a:ea typeface="Pretendard"/>
              </a:rPr>
              <a:t>에이전트 </a:t>
            </a:r>
            <a:r>
              <a:rPr lang="en-US" altLang="ko-KR" sz="1200" b="1" dirty="0">
                <a:solidFill>
                  <a:srgbClr val="D35400"/>
                </a:solidFill>
                <a:latin typeface="Pretendard"/>
                <a:ea typeface="Pretendard"/>
              </a:rPr>
              <a:t>+</a:t>
            </a:r>
            <a:r>
              <a:rPr lang="ko-KR" altLang="en-US" sz="1200" b="1" dirty="0">
                <a:solidFill>
                  <a:srgbClr val="D35400"/>
                </a:solidFill>
                <a:latin typeface="Pretendard"/>
                <a:ea typeface="Pretendard"/>
              </a:rPr>
              <a:t> 인간</a:t>
            </a:r>
          </a:p>
        </p:txBody>
      </p:sp>
      <p:sp>
        <p:nvSpPr>
          <p:cNvPr id="70" name="S1_2"/>
          <p:cNvSpPr/>
          <p:nvPr/>
        </p:nvSpPr>
        <p:spPr>
          <a:xfrm>
            <a:off x="2467276" y="3365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03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초안 작성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draft-v1.md</a:t>
            </a:r>
          </a:p>
        </p:txBody>
      </p:sp>
      <p:sp>
        <p:nvSpPr>
          <p:cNvPr id="71" name="S2_1"/>
          <p:cNvSpPr/>
          <p:nvPr/>
        </p:nvSpPr>
        <p:spPr>
          <a:xfrm>
            <a:off x="4324952" y="2984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05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1차 수정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draft-v2.md</a:t>
            </a:r>
          </a:p>
        </p:txBody>
      </p:sp>
      <p:sp>
        <p:nvSpPr>
          <p:cNvPr id="72" name="S5_2"/>
          <p:cNvSpPr/>
          <p:nvPr/>
        </p:nvSpPr>
        <p:spPr>
          <a:xfrm>
            <a:off x="9971347" y="3365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1B2A4A"/>
                </a:solidFill>
                <a:latin typeface="Pretendard"/>
                <a:ea typeface="Pretendard"/>
              </a:rPr>
              <a:t>15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프루프리더 교정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review-proofreader.md</a:t>
            </a:r>
          </a:p>
        </p:txBody>
      </p:sp>
      <p:sp>
        <p:nvSpPr>
          <p:cNvPr id="73" name="S5_3"/>
          <p:cNvSpPr/>
          <p:nvPr/>
        </p:nvSpPr>
        <p:spPr>
          <a:xfrm>
            <a:off x="9971347" y="3746500"/>
            <a:ext cx="1611053" cy="349073"/>
          </a:xfrm>
          <a:prstGeom prst="rect">
            <a:avLst/>
          </a:prstGeom>
          <a:noFill/>
          <a:ln>
            <a:noFill/>
          </a:ln>
        </p:spPr>
        <p:txBody>
          <a:bodyPr wrap="square" lIns="36000" tIns="9000" rIns="36000" bIns="9000" anchor="t"/>
          <a:lstStyle/>
          <a:p>
            <a:pPr algn="l">
              <a:buNone/>
            </a:pPr>
            <a:r>
              <a:rPr lang="en-US" altLang="ko-KR" sz="1200" b="1" dirty="0">
                <a:solidFill>
                  <a:srgbClr val="C0392B"/>
                </a:solidFill>
                <a:latin typeface="Pretendard"/>
                <a:ea typeface="Pretendard"/>
              </a:rPr>
              <a:t>16</a:t>
            </a:r>
            <a:r>
              <a:rPr lang="ko-KR" altLang="en-US" sz="1200" b="1" dirty="0">
                <a:solidFill>
                  <a:srgbClr val="333333"/>
                </a:solidFill>
                <a:latin typeface="Pretendard"/>
                <a:ea typeface="Pretendard"/>
              </a:rPr>
              <a:t>  최종 보강</a:t>
            </a:r>
            <a:r>
              <a:rPr lang="ko-KR" altLang="en-US" sz="1200" dirty="0">
                <a:solidFill>
                  <a:srgbClr val="6B7B8D"/>
                </a:solidFill>
                <a:latin typeface="Pretendard"/>
                <a:ea typeface="Pretendard"/>
              </a:rPr>
              <a:t>  블랙</a:t>
            </a:r>
          </a:p>
          <a:p>
            <a:pPr algn="l">
              <a:buNone/>
            </a:pPr>
            <a:r>
              <a:rPr lang="en-US" altLang="ko-KR" sz="900" dirty="0">
                <a:solidFill>
                  <a:srgbClr val="95A5A6"/>
                </a:solidFill>
                <a:latin typeface="Consolas"/>
                <a:ea typeface="Pretendard"/>
              </a:rPr>
              <a:t>draft-final.md</a:t>
            </a:r>
          </a:p>
        </p:txBody>
      </p:sp>
    </p:spTree>
    <p:extLst>
      <p:ext uri="{BB962C8B-B14F-4D97-AF65-F5344CB8AC3E}">
        <p14:creationId xmlns:p14="http://schemas.microsoft.com/office/powerpoint/2010/main" val="264712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 [1774158471614]">
  <a:themeElements>
    <a:clrScheme name="Office">
      <a:dk1>
        <a:srgbClr val="FFFFFF"/>
      </a:dk1>
      <a:lt1>
        <a:srgbClr val="1A1A2E"/>
      </a:lt1>
      <a:dk2>
        <a:srgbClr val="E0E0E0"/>
      </a:dk2>
      <a:lt2>
        <a:srgbClr val="16213E"/>
      </a:lt2>
      <a:accent1>
        <a:srgbClr val="4CAF50"/>
      </a:accent1>
      <a:accent2>
        <a:srgbClr val="E53935"/>
      </a:accent2>
      <a:accent3>
        <a:srgbClr val="FF9800"/>
      </a:accent3>
      <a:accent4>
        <a:srgbClr val="EC407A"/>
      </a:accent4>
      <a:accent5>
        <a:srgbClr val="26C6DA"/>
      </a:accent5>
      <a:accent6>
        <a:srgbClr val="78909C"/>
      </a:accent6>
      <a:hlink>
        <a:srgbClr val="467886"/>
      </a:hlink>
      <a:folHlink>
        <a:srgbClr val="96607D"/>
      </a:folHlink>
    </a:clrScheme>
    <a:fontScheme name="Office">
      <a:majorFont>
        <a:latin typeface="Pretendard" panose="02110004020202020204"/>
        <a:ea typeface="Pretendar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Pretendard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0080C40-6A7F-2444-A808-E0DFD306AB42}">
  <we:reference id="WA200010001" version="1.0.0.1" store="Omex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344</Words>
  <Application>Microsoft Macintosh PowerPoint</Application>
  <PresentationFormat>와이드스크린</PresentationFormat>
  <Paragraphs>86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Pretendard</vt:lpstr>
      <vt:lpstr>Arial</vt:lpstr>
      <vt:lpstr>Consolas</vt:lpstr>
      <vt:lpstr>Office 테마 [1774158471614]</vt:lpstr>
      <vt:lpstr>클로드 코드로 책쓰기 프로젝트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 Jade</dc:creator>
  <cp:lastModifiedBy>Kang Jade</cp:lastModifiedBy>
  <cp:revision>38</cp:revision>
  <dcterms:created xsi:type="dcterms:W3CDTF">2026-03-22T05:45:22Z</dcterms:created>
  <dcterms:modified xsi:type="dcterms:W3CDTF">2026-03-22T15:18:16Z</dcterms:modified>
</cp:coreProperties>
</file>